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5650992"/>
  <p:notesSz cx="5650992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653f5981-6ce5-451f-9012-bbf71a42b1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6509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8422" y="4706811"/>
            <a:ext cx="3551800" cy="394583"/>
          </a:xfrm>
          <a:prstGeom prst="roundRect">
            <a:avLst/>
          </a:prstGeom>
          <a:solidFill>
            <a:srgbClr val="DDF4F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Model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4989434" y="4706811"/>
            <a:ext cx="6723050" cy="394583"/>
          </a:xfrm>
          <a:prstGeom prst="roundRect">
            <a:avLst/>
          </a:prstGeom>
          <a:solidFill>
            <a:srgbClr val="DDF4F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 Model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4778017" y="239568"/>
            <a:ext cx="0" cy="4875918"/>
          </a:xfrm>
          <a:prstGeom prst="line">
            <a:avLst/>
          </a:prstGeom>
          <a:noFill/>
          <a:ln w="2413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8422" y="873719"/>
            <a:ext cx="3551800" cy="310029"/>
          </a:xfrm>
          <a:prstGeom prst="round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477AD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❄ LM Head</a:t>
            </a:r>
            <a:endParaRPr lang="en-US" sz="1280" dirty="0"/>
          </a:p>
        </p:txBody>
      </p:sp>
      <p:sp>
        <p:nvSpPr>
          <p:cNvPr id="6" name="Text 4"/>
          <p:cNvSpPr/>
          <p:nvPr/>
        </p:nvSpPr>
        <p:spPr>
          <a:xfrm>
            <a:off x="958422" y="2254760"/>
            <a:ext cx="3551800" cy="310029"/>
          </a:xfrm>
          <a:prstGeom prst="round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477AD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❄ Decoder Layers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958422" y="3635800"/>
            <a:ext cx="2071883" cy="310029"/>
          </a:xfrm>
          <a:prstGeom prst="round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477AD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❄ Vision Encoder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3072589" y="3635800"/>
            <a:ext cx="1423539" cy="310029"/>
          </a:xfrm>
          <a:prstGeom prst="round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477AD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❄ Embedding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986611" y="4312228"/>
            <a:ext cx="436928" cy="267753"/>
          </a:xfrm>
          <a:prstGeom prst="rect">
            <a:avLst/>
          </a:prstGeom>
          <a:solidFill>
            <a:srgbClr val="EDE2D9"/>
          </a:solidFill>
          <a:ln w="21590"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1522200" y="4312228"/>
            <a:ext cx="436928" cy="267753"/>
          </a:xfrm>
          <a:prstGeom prst="rect">
            <a:avLst/>
          </a:prstGeom>
          <a:solidFill>
            <a:srgbClr val="EDE2D9"/>
          </a:solidFill>
          <a:ln w="21590"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057789" y="4312228"/>
            <a:ext cx="436928" cy="267753"/>
          </a:xfrm>
          <a:prstGeom prst="rect">
            <a:avLst/>
          </a:prstGeom>
          <a:solidFill>
            <a:srgbClr val="EDE2D9"/>
          </a:solidFill>
          <a:ln w="21590"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593378" y="4312228"/>
            <a:ext cx="436928" cy="267753"/>
          </a:xfrm>
          <a:prstGeom prst="rect">
            <a:avLst/>
          </a:prstGeom>
          <a:solidFill>
            <a:srgbClr val="EDE2D9"/>
          </a:solidFill>
          <a:ln w="21590"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3185345" y="4312228"/>
            <a:ext cx="451022" cy="295937"/>
          </a:xfrm>
          <a:prstGeom prst="rect">
            <a:avLst/>
          </a:prstGeom>
          <a:solidFill>
            <a:srgbClr val="D9D9D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918256" y="4312228"/>
            <a:ext cx="436928" cy="295937"/>
          </a:xfrm>
          <a:prstGeom prst="rect">
            <a:avLst/>
          </a:prstGeom>
          <a:solidFill>
            <a:srgbClr val="D9D9D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1198028" y="4312228"/>
            <a:ext cx="0" cy="-36639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733617" y="4312228"/>
            <a:ext cx="0" cy="-36639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69206" y="4312228"/>
            <a:ext cx="0" cy="-36639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04795" y="4312228"/>
            <a:ext cx="0" cy="-36639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410856" y="4312228"/>
            <a:ext cx="0" cy="-36639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29672" y="4312228"/>
            <a:ext cx="0" cy="-36639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014800" y="3001649"/>
            <a:ext cx="408739" cy="295937"/>
          </a:xfrm>
          <a:prstGeom prst="rect">
            <a:avLst/>
          </a:prstGeom>
          <a:solidFill>
            <a:srgbClr val="F4B18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v₀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64483" y="3001649"/>
            <a:ext cx="408739" cy="295937"/>
          </a:xfrm>
          <a:prstGeom prst="rect">
            <a:avLst/>
          </a:prstGeom>
          <a:solidFill>
            <a:srgbClr val="F4B18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v₁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28261" y="3001649"/>
            <a:ext cx="408739" cy="295937"/>
          </a:xfrm>
          <a:prstGeom prst="rect">
            <a:avLst/>
          </a:prstGeom>
          <a:solidFill>
            <a:srgbClr val="F4B18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92039" y="3001649"/>
            <a:ext cx="408739" cy="295937"/>
          </a:xfrm>
          <a:prstGeom prst="rect">
            <a:avLst/>
          </a:prstGeom>
          <a:solidFill>
            <a:srgbClr val="F4B18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v₃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185345" y="3001649"/>
            <a:ext cx="507400" cy="295937"/>
          </a:xfrm>
          <a:prstGeom prst="rect">
            <a:avLst/>
          </a:prstGeom>
          <a:solidFill>
            <a:srgbClr val="DDEB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e_This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918256" y="3001649"/>
            <a:ext cx="479211" cy="295937"/>
          </a:xfrm>
          <a:prstGeom prst="rect">
            <a:avLst/>
          </a:prstGeom>
          <a:solidFill>
            <a:srgbClr val="DDEB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e_is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1212122" y="3001649"/>
            <a:ext cx="0" cy="-43686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775900" y="3001649"/>
            <a:ext cx="0" cy="-43686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339678" y="3001649"/>
            <a:ext cx="0" cy="-43686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903456" y="3001649"/>
            <a:ext cx="0" cy="-43686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439045" y="3001649"/>
            <a:ext cx="0" cy="-43686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143767" y="3001649"/>
            <a:ext cx="0" cy="-43686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014800" y="1606516"/>
            <a:ext cx="436928" cy="295937"/>
          </a:xfrm>
          <a:prstGeom prst="rect">
            <a:avLst/>
          </a:prstGeom>
          <a:solidFill>
            <a:srgbClr val="C6E0B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fᵥ₀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1564483" y="1606516"/>
            <a:ext cx="436928" cy="295937"/>
          </a:xfrm>
          <a:prstGeom prst="rect">
            <a:avLst/>
          </a:prstGeom>
          <a:solidFill>
            <a:srgbClr val="C6E0B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fᵥ₁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2128261" y="1606516"/>
            <a:ext cx="436928" cy="295937"/>
          </a:xfrm>
          <a:prstGeom prst="rect">
            <a:avLst/>
          </a:prstGeom>
          <a:solidFill>
            <a:srgbClr val="C6E0B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fᵥ₂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2692039" y="1606516"/>
            <a:ext cx="436928" cy="295937"/>
          </a:xfrm>
          <a:prstGeom prst="rect">
            <a:avLst/>
          </a:prstGeom>
          <a:solidFill>
            <a:srgbClr val="C6E0B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fᵥ₃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3199439" y="1606516"/>
            <a:ext cx="535589" cy="295937"/>
          </a:xfrm>
          <a:prstGeom prst="rect">
            <a:avLst/>
          </a:prstGeom>
          <a:solidFill>
            <a:srgbClr val="C6E0B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f_This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3918256" y="1606516"/>
            <a:ext cx="479211" cy="295937"/>
          </a:xfrm>
          <a:prstGeom prst="rect">
            <a:avLst/>
          </a:prstGeom>
          <a:solidFill>
            <a:srgbClr val="C6E0B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f_is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1226217" y="1606516"/>
            <a:ext cx="0" cy="-408675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775900" y="1606516"/>
            <a:ext cx="0" cy="-408675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339678" y="1606516"/>
            <a:ext cx="0" cy="-408675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903456" y="1606516"/>
            <a:ext cx="0" cy="-408675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453139" y="1606516"/>
            <a:ext cx="0" cy="-408675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143767" y="1606516"/>
            <a:ext cx="0" cy="-408675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3185345" y="253660"/>
            <a:ext cx="436928" cy="295937"/>
          </a:xfrm>
          <a:prstGeom prst="rect">
            <a:avLst/>
          </a:prstGeom>
          <a:solidFill>
            <a:srgbClr val="D9D9D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918256" y="253660"/>
            <a:ext cx="436928" cy="295937"/>
          </a:xfrm>
          <a:prstGeom prst="rect">
            <a:avLst/>
          </a:prstGeom>
          <a:solidFill>
            <a:srgbClr val="D9D9D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410856" y="873719"/>
            <a:ext cx="0" cy="-324122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129672" y="873719"/>
            <a:ext cx="0" cy="-324122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58422" y="3297586"/>
            <a:ext cx="2085978" cy="0"/>
          </a:xfrm>
          <a:prstGeom prst="line">
            <a:avLst/>
          </a:prstGeom>
          <a:noFill/>
          <a:ln w="10160">
            <a:solidFill>
              <a:srgbClr val="ED7D3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44400" y="3297586"/>
            <a:ext cx="0" cy="817350"/>
          </a:xfrm>
          <a:prstGeom prst="line">
            <a:avLst/>
          </a:prstGeom>
          <a:noFill/>
          <a:ln w="10160">
            <a:solidFill>
              <a:srgbClr val="ED7D3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044400" y="4114937"/>
            <a:ext cx="-2085978" cy="0"/>
          </a:xfrm>
          <a:prstGeom prst="line">
            <a:avLst/>
          </a:prstGeom>
          <a:noFill/>
          <a:ln w="10160">
            <a:solidFill>
              <a:srgbClr val="ED7D3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8422" y="4114937"/>
            <a:ext cx="0" cy="-817350"/>
          </a:xfrm>
          <a:prstGeom prst="line">
            <a:avLst/>
          </a:prstGeom>
          <a:noFill/>
          <a:ln w="10160">
            <a:solidFill>
              <a:srgbClr val="ED7D3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44400" y="3297586"/>
            <a:ext cx="1437633" cy="0"/>
          </a:xfrm>
          <a:prstGeom prst="line">
            <a:avLst/>
          </a:prstGeom>
          <a:noFill/>
          <a:ln w="10160">
            <a:solidFill>
              <a:srgbClr val="4472C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482034" y="3297586"/>
            <a:ext cx="0" cy="817350"/>
          </a:xfrm>
          <a:prstGeom prst="line">
            <a:avLst/>
          </a:prstGeom>
          <a:noFill/>
          <a:ln w="10160">
            <a:solidFill>
              <a:srgbClr val="4472C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82034" y="4114937"/>
            <a:ext cx="-1437633" cy="0"/>
          </a:xfrm>
          <a:prstGeom prst="line">
            <a:avLst/>
          </a:prstGeom>
          <a:noFill/>
          <a:ln w="10160">
            <a:solidFill>
              <a:srgbClr val="4472C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44400" y="4114937"/>
            <a:ext cx="0" cy="-817350"/>
          </a:xfrm>
          <a:prstGeom prst="line">
            <a:avLst/>
          </a:prstGeom>
          <a:noFill/>
          <a:ln w="10160">
            <a:solidFill>
              <a:srgbClr val="4472C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39045" y="1902454"/>
            <a:ext cx="0" cy="267753"/>
          </a:xfrm>
          <a:prstGeom prst="line">
            <a:avLst/>
          </a:prstGeom>
          <a:noFill/>
          <a:ln w="10160">
            <a:solidFill>
              <a:srgbClr val="54823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439045" y="2170206"/>
            <a:ext cx="1888656" cy="0"/>
          </a:xfrm>
          <a:prstGeom prst="line">
            <a:avLst/>
          </a:prstGeom>
          <a:noFill/>
          <a:ln w="10160">
            <a:solidFill>
              <a:srgbClr val="54823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27700" y="2170206"/>
            <a:ext cx="0" cy="1648793"/>
          </a:xfrm>
          <a:prstGeom prst="line">
            <a:avLst/>
          </a:prstGeom>
          <a:noFill/>
          <a:ln w="10160">
            <a:solidFill>
              <a:srgbClr val="54823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43767" y="1902454"/>
            <a:ext cx="0" cy="267753"/>
          </a:xfrm>
          <a:prstGeom prst="line">
            <a:avLst/>
          </a:prstGeom>
          <a:noFill/>
          <a:ln w="10160">
            <a:solidFill>
              <a:srgbClr val="54823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89434" y="3833092"/>
            <a:ext cx="1987317" cy="310029"/>
          </a:xfrm>
          <a:prstGeom prst="round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ED7D3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Vision Adaptor</a:t>
            </a:r>
            <a:endParaRPr lang="en-US" sz="1440" dirty="0"/>
          </a:p>
        </p:txBody>
      </p:sp>
      <p:sp>
        <p:nvSpPr>
          <p:cNvPr id="62" name="Text 60"/>
          <p:cNvSpPr/>
          <p:nvPr/>
        </p:nvSpPr>
        <p:spPr>
          <a:xfrm>
            <a:off x="5045811" y="4354505"/>
            <a:ext cx="408739" cy="281845"/>
          </a:xfrm>
          <a:prstGeom prst="rect">
            <a:avLst/>
          </a:prstGeom>
          <a:solidFill>
            <a:srgbClr val="F4B18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v₀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482739" y="4354505"/>
            <a:ext cx="408739" cy="281845"/>
          </a:xfrm>
          <a:prstGeom prst="rect">
            <a:avLst/>
          </a:prstGeom>
          <a:solidFill>
            <a:srgbClr val="F4B18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v₁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933761" y="4354505"/>
            <a:ext cx="408739" cy="281845"/>
          </a:xfrm>
          <a:prstGeom prst="rect">
            <a:avLst/>
          </a:prstGeom>
          <a:solidFill>
            <a:srgbClr val="F4B18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v₂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384784" y="4354505"/>
            <a:ext cx="408739" cy="281845"/>
          </a:xfrm>
          <a:prstGeom prst="rect">
            <a:avLst/>
          </a:prstGeom>
          <a:solidFill>
            <a:srgbClr val="F4B18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v₃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257228" y="4354505"/>
            <a:ext cx="0" cy="-211384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5694156" y="4354505"/>
            <a:ext cx="0" cy="-211384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6145178" y="4354505"/>
            <a:ext cx="0" cy="-211384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6596200" y="4354505"/>
            <a:ext cx="0" cy="-211384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4496128" y="3804907"/>
            <a:ext cx="493306" cy="0"/>
          </a:xfrm>
          <a:prstGeom prst="line">
            <a:avLst/>
          </a:prstGeom>
          <a:noFill/>
          <a:ln w="12700">
            <a:solidFill>
              <a:srgbClr val="477AD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496128" y="3804907"/>
            <a:ext cx="0" cy="-169107"/>
          </a:xfrm>
          <a:prstGeom prst="line">
            <a:avLst/>
          </a:prstGeom>
          <a:noFill/>
          <a:ln w="12700">
            <a:solidFill>
              <a:srgbClr val="477AD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933761" y="1197841"/>
            <a:ext cx="1973222" cy="310029"/>
          </a:xfrm>
          <a:prstGeom prst="round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477AD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❄ LM Head</a:t>
            </a:r>
            <a:endParaRPr lang="en-US" sz="1280" dirty="0"/>
          </a:p>
        </p:txBody>
      </p:sp>
      <p:sp>
        <p:nvSpPr>
          <p:cNvPr id="73" name="Text 71"/>
          <p:cNvSpPr/>
          <p:nvPr/>
        </p:nvSpPr>
        <p:spPr>
          <a:xfrm>
            <a:off x="5933761" y="2127930"/>
            <a:ext cx="1973222" cy="310029"/>
          </a:xfrm>
          <a:prstGeom prst="round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ED7D3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Decoder Layer</a:t>
            </a:r>
            <a:endParaRPr lang="en-US" sz="1280" dirty="0"/>
          </a:p>
        </p:txBody>
      </p:sp>
      <p:sp>
        <p:nvSpPr>
          <p:cNvPr id="74" name="Text 72"/>
          <p:cNvSpPr/>
          <p:nvPr/>
        </p:nvSpPr>
        <p:spPr>
          <a:xfrm>
            <a:off x="7103600" y="2649343"/>
            <a:ext cx="972517" cy="310029"/>
          </a:xfrm>
          <a:prstGeom prst="round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ED7D3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endParaRPr lang="en-US" sz="1280" dirty="0"/>
          </a:p>
        </p:txBody>
      </p:sp>
      <p:sp>
        <p:nvSpPr>
          <p:cNvPr id="75" name="Text 73"/>
          <p:cNvSpPr/>
          <p:nvPr/>
        </p:nvSpPr>
        <p:spPr>
          <a:xfrm>
            <a:off x="7639189" y="789166"/>
            <a:ext cx="436928" cy="310029"/>
          </a:xfrm>
          <a:prstGeom prst="rect">
            <a:avLst/>
          </a:prstGeom>
          <a:solidFill>
            <a:srgbClr val="D9D9D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dog</a:t>
            </a:r>
            <a:endParaRPr lang="en-US" sz="1130" dirty="0"/>
          </a:p>
        </p:txBody>
      </p:sp>
      <p:sp>
        <p:nvSpPr>
          <p:cNvPr id="76" name="Shape 74"/>
          <p:cNvSpPr/>
          <p:nvPr/>
        </p:nvSpPr>
        <p:spPr>
          <a:xfrm>
            <a:off x="7836512" y="1197841"/>
            <a:ext cx="0" cy="-98646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77" name="Text 75"/>
          <p:cNvSpPr/>
          <p:nvPr/>
        </p:nvSpPr>
        <p:spPr>
          <a:xfrm>
            <a:off x="7202262" y="1691070"/>
            <a:ext cx="436928" cy="310029"/>
          </a:xfrm>
          <a:prstGeom prst="rect">
            <a:avLst/>
          </a:prstGeom>
          <a:solidFill>
            <a:srgbClr val="54823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</a:t>
            </a:r>
            <a:endParaRPr lang="en-US" sz="1080" dirty="0"/>
          </a:p>
        </p:txBody>
      </p:sp>
      <p:sp>
        <p:nvSpPr>
          <p:cNvPr id="78" name="Text 76"/>
          <p:cNvSpPr/>
          <p:nvPr/>
        </p:nvSpPr>
        <p:spPr>
          <a:xfrm>
            <a:off x="7695567" y="1691070"/>
            <a:ext cx="436928" cy="310029"/>
          </a:xfrm>
          <a:prstGeom prst="rect">
            <a:avLst/>
          </a:prstGeom>
          <a:solidFill>
            <a:srgbClr val="54823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080" dirty="0"/>
          </a:p>
        </p:txBody>
      </p:sp>
      <p:sp>
        <p:nvSpPr>
          <p:cNvPr id="79" name="Shape 77"/>
          <p:cNvSpPr/>
          <p:nvPr/>
        </p:nvSpPr>
        <p:spPr>
          <a:xfrm>
            <a:off x="7413678" y="2127930"/>
            <a:ext cx="0" cy="-12683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7906984" y="2127930"/>
            <a:ext cx="0" cy="-12683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7413678" y="1691070"/>
            <a:ext cx="0" cy="-183199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7906984" y="1691070"/>
            <a:ext cx="0" cy="-183199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83" name="Text 81"/>
          <p:cNvSpPr/>
          <p:nvPr/>
        </p:nvSpPr>
        <p:spPr>
          <a:xfrm>
            <a:off x="6046517" y="2733896"/>
            <a:ext cx="422833" cy="310029"/>
          </a:xfrm>
          <a:prstGeom prst="rect">
            <a:avLst/>
          </a:prstGeom>
          <a:solidFill>
            <a:srgbClr val="F4B18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cᵥ</a:t>
            </a:r>
            <a:endParaRPr lang="en-US" sz="940" dirty="0"/>
          </a:p>
        </p:txBody>
      </p:sp>
      <p:sp>
        <p:nvSpPr>
          <p:cNvPr id="84" name="Shape 82"/>
          <p:cNvSpPr/>
          <p:nvPr/>
        </p:nvSpPr>
        <p:spPr>
          <a:xfrm>
            <a:off x="6257934" y="2733896"/>
            <a:ext cx="0" cy="-295937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85" name="Text 83"/>
          <p:cNvSpPr/>
          <p:nvPr/>
        </p:nvSpPr>
        <p:spPr>
          <a:xfrm>
            <a:off x="6638484" y="3184848"/>
            <a:ext cx="436928" cy="310029"/>
          </a:xfrm>
          <a:prstGeom prst="rect">
            <a:avLst/>
          </a:prstGeom>
          <a:solidFill>
            <a:srgbClr val="FFE69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gᵧ</a:t>
            </a:r>
            <a:endParaRPr lang="en-US" sz="1040" dirty="0"/>
          </a:p>
        </p:txBody>
      </p:sp>
      <p:sp>
        <p:nvSpPr>
          <p:cNvPr id="86" name="Text 84"/>
          <p:cNvSpPr/>
          <p:nvPr/>
        </p:nvSpPr>
        <p:spPr>
          <a:xfrm>
            <a:off x="7216356" y="3184848"/>
            <a:ext cx="436928" cy="310029"/>
          </a:xfrm>
          <a:prstGeom prst="rect">
            <a:avLst/>
          </a:prstGeom>
          <a:solidFill>
            <a:srgbClr val="FFE69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gᵧ</a:t>
            </a:r>
            <a:endParaRPr lang="en-US" sz="1040" dirty="0"/>
          </a:p>
        </p:txBody>
      </p:sp>
      <p:sp>
        <p:nvSpPr>
          <p:cNvPr id="87" name="Text 85"/>
          <p:cNvSpPr/>
          <p:nvPr/>
        </p:nvSpPr>
        <p:spPr>
          <a:xfrm>
            <a:off x="7766039" y="3184848"/>
            <a:ext cx="436928" cy="310029"/>
          </a:xfrm>
          <a:prstGeom prst="rect">
            <a:avLst/>
          </a:prstGeom>
          <a:solidFill>
            <a:srgbClr val="FFE69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gᵧ</a:t>
            </a:r>
            <a:endParaRPr lang="en-US" sz="1040" dirty="0"/>
          </a:p>
        </p:txBody>
      </p:sp>
      <p:sp>
        <p:nvSpPr>
          <p:cNvPr id="88" name="Shape 86"/>
          <p:cNvSpPr/>
          <p:nvPr/>
        </p:nvSpPr>
        <p:spPr>
          <a:xfrm>
            <a:off x="6849900" y="3353955"/>
            <a:ext cx="2537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7427773" y="3184848"/>
            <a:ext cx="0" cy="-225476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7963362" y="3184848"/>
            <a:ext cx="0" cy="-225476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91" name="Text 89"/>
          <p:cNvSpPr/>
          <p:nvPr/>
        </p:nvSpPr>
        <p:spPr>
          <a:xfrm>
            <a:off x="7145884" y="3663985"/>
            <a:ext cx="549683" cy="310029"/>
          </a:xfrm>
          <a:prstGeom prst="rect">
            <a:avLst/>
          </a:prstGeom>
          <a:solidFill>
            <a:srgbClr val="C6E0B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f_This</a:t>
            </a:r>
            <a:endParaRPr lang="en-US" sz="820" dirty="0"/>
          </a:p>
        </p:txBody>
      </p:sp>
      <p:sp>
        <p:nvSpPr>
          <p:cNvPr id="92" name="Text 90"/>
          <p:cNvSpPr/>
          <p:nvPr/>
        </p:nvSpPr>
        <p:spPr>
          <a:xfrm>
            <a:off x="7723756" y="3663985"/>
            <a:ext cx="436928" cy="310029"/>
          </a:xfrm>
          <a:prstGeom prst="rect">
            <a:avLst/>
          </a:prstGeom>
          <a:solidFill>
            <a:srgbClr val="C6E0B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f_is</a:t>
            </a:r>
            <a:endParaRPr lang="en-US" sz="830" dirty="0"/>
          </a:p>
        </p:txBody>
      </p:sp>
      <p:sp>
        <p:nvSpPr>
          <p:cNvPr id="93" name="Text 91"/>
          <p:cNvSpPr/>
          <p:nvPr/>
        </p:nvSpPr>
        <p:spPr>
          <a:xfrm>
            <a:off x="7145884" y="4030383"/>
            <a:ext cx="479211" cy="281845"/>
          </a:xfrm>
          <a:prstGeom prst="rect">
            <a:avLst/>
          </a:prstGeom>
          <a:solidFill>
            <a:srgbClr val="DDEB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e_is</a:t>
            </a:r>
            <a:endParaRPr lang="en-US" sz="880" dirty="0"/>
          </a:p>
        </p:txBody>
      </p:sp>
      <p:sp>
        <p:nvSpPr>
          <p:cNvPr id="94" name="Text 92"/>
          <p:cNvSpPr/>
          <p:nvPr/>
        </p:nvSpPr>
        <p:spPr>
          <a:xfrm>
            <a:off x="7723756" y="4030383"/>
            <a:ext cx="436928" cy="281845"/>
          </a:xfrm>
          <a:prstGeom prst="rect">
            <a:avLst/>
          </a:prstGeom>
          <a:solidFill>
            <a:srgbClr val="DDEB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e_a</a:t>
            </a:r>
            <a:endParaRPr lang="en-US" sz="880" dirty="0"/>
          </a:p>
        </p:txBody>
      </p:sp>
      <p:sp>
        <p:nvSpPr>
          <p:cNvPr id="95" name="Text 93"/>
          <p:cNvSpPr/>
          <p:nvPr/>
        </p:nvSpPr>
        <p:spPr>
          <a:xfrm>
            <a:off x="7723756" y="4368597"/>
            <a:ext cx="436928" cy="281845"/>
          </a:xfrm>
          <a:prstGeom prst="rect">
            <a:avLst/>
          </a:prstGeom>
          <a:solidFill>
            <a:srgbClr val="D9D9D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080" dirty="0"/>
          </a:p>
        </p:txBody>
      </p:sp>
      <p:sp>
        <p:nvSpPr>
          <p:cNvPr id="96" name="Shape 94"/>
          <p:cNvSpPr/>
          <p:nvPr/>
        </p:nvSpPr>
        <p:spPr>
          <a:xfrm>
            <a:off x="7399584" y="4030383"/>
            <a:ext cx="0" cy="-56369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7935173" y="4030383"/>
            <a:ext cx="0" cy="-56369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>
            <a:off x="7935173" y="4368597"/>
            <a:ext cx="0" cy="-56369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>
            <a:off x="7399584" y="3663985"/>
            <a:ext cx="0" cy="-169107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>
            <a:off x="7935173" y="3663985"/>
            <a:ext cx="0" cy="-169107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7935173" y="3663985"/>
            <a:ext cx="0" cy="-1226026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02" name="Text 100"/>
          <p:cNvSpPr/>
          <p:nvPr/>
        </p:nvSpPr>
        <p:spPr>
          <a:xfrm>
            <a:off x="6173367" y="3438509"/>
            <a:ext cx="436928" cy="310029"/>
          </a:xfrm>
          <a:prstGeom prst="rect">
            <a:avLst/>
          </a:prstGeom>
          <a:solidFill>
            <a:srgbClr val="FFE69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gₓ</a:t>
            </a:r>
            <a:endParaRPr lang="en-US" sz="1020" dirty="0"/>
          </a:p>
        </p:txBody>
      </p:sp>
      <p:sp>
        <p:nvSpPr>
          <p:cNvPr id="103" name="Shape 101"/>
          <p:cNvSpPr/>
          <p:nvPr/>
        </p:nvSpPr>
        <p:spPr>
          <a:xfrm>
            <a:off x="6610295" y="3748538"/>
            <a:ext cx="535589" cy="84553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>
            <a:off x="8076117" y="944181"/>
            <a:ext cx="267794" cy="0"/>
          </a:xfrm>
          <a:prstGeom prst="line">
            <a:avLst/>
          </a:prstGeom>
          <a:noFill/>
          <a:ln w="10160">
            <a:solidFill>
              <a:srgbClr val="7F7F7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343912" y="944181"/>
            <a:ext cx="0" cy="3508970"/>
          </a:xfrm>
          <a:prstGeom prst="line">
            <a:avLst/>
          </a:prstGeom>
          <a:noFill/>
          <a:ln w="10160">
            <a:solidFill>
              <a:srgbClr val="7F7F7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343912" y="4453151"/>
            <a:ext cx="1973222" cy="0"/>
          </a:xfrm>
          <a:prstGeom prst="line">
            <a:avLst/>
          </a:prstGeom>
          <a:noFill/>
          <a:ln w="1016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7639189" y="1846085"/>
            <a:ext cx="704722" cy="0"/>
          </a:xfrm>
          <a:prstGeom prst="line">
            <a:avLst/>
          </a:prstGeom>
          <a:noFill/>
          <a:ln w="10160">
            <a:solidFill>
              <a:srgbClr val="54823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343912" y="1846085"/>
            <a:ext cx="0" cy="1338764"/>
          </a:xfrm>
          <a:prstGeom prst="line">
            <a:avLst/>
          </a:prstGeom>
          <a:noFill/>
          <a:ln w="10160">
            <a:solidFill>
              <a:srgbClr val="54823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343912" y="3184848"/>
            <a:ext cx="986611" cy="0"/>
          </a:xfrm>
          <a:prstGeom prst="line">
            <a:avLst/>
          </a:prstGeom>
          <a:noFill/>
          <a:ln w="10160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5341795" y="3804907"/>
            <a:ext cx="0" cy="-620059"/>
          </a:xfrm>
          <a:prstGeom prst="line">
            <a:avLst/>
          </a:prstGeom>
          <a:noFill/>
          <a:ln w="10160">
            <a:solidFill>
              <a:srgbClr val="54823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341795" y="3184848"/>
            <a:ext cx="1296689" cy="0"/>
          </a:xfrm>
          <a:prstGeom prst="line">
            <a:avLst/>
          </a:prstGeom>
          <a:noFill/>
          <a:ln w="10160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112" name="Text 110"/>
          <p:cNvSpPr/>
          <p:nvPr/>
        </p:nvSpPr>
        <p:spPr>
          <a:xfrm>
            <a:off x="8710367" y="1197841"/>
            <a:ext cx="1973222" cy="310029"/>
          </a:xfrm>
          <a:prstGeom prst="round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477AD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❄ LM Head</a:t>
            </a:r>
            <a:endParaRPr lang="en-US" sz="1280" dirty="0"/>
          </a:p>
        </p:txBody>
      </p:sp>
      <p:sp>
        <p:nvSpPr>
          <p:cNvPr id="113" name="Text 111"/>
          <p:cNvSpPr/>
          <p:nvPr/>
        </p:nvSpPr>
        <p:spPr>
          <a:xfrm>
            <a:off x="8710367" y="2127930"/>
            <a:ext cx="1973222" cy="310029"/>
          </a:xfrm>
          <a:prstGeom prst="round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ED7D3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Decoder Layer</a:t>
            </a:r>
            <a:endParaRPr lang="en-US" sz="1280" dirty="0"/>
          </a:p>
        </p:txBody>
      </p:sp>
      <p:sp>
        <p:nvSpPr>
          <p:cNvPr id="114" name="Text 112"/>
          <p:cNvSpPr/>
          <p:nvPr/>
        </p:nvSpPr>
        <p:spPr>
          <a:xfrm>
            <a:off x="9823828" y="2649343"/>
            <a:ext cx="986611" cy="310029"/>
          </a:xfrm>
          <a:prstGeom prst="round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ED7D3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endParaRPr lang="en-US" sz="1280" dirty="0"/>
          </a:p>
        </p:txBody>
      </p:sp>
      <p:sp>
        <p:nvSpPr>
          <p:cNvPr id="115" name="Text 113"/>
          <p:cNvSpPr/>
          <p:nvPr/>
        </p:nvSpPr>
        <p:spPr>
          <a:xfrm>
            <a:off x="10429890" y="718705"/>
            <a:ext cx="436928" cy="310029"/>
          </a:xfrm>
          <a:prstGeom prst="rect">
            <a:avLst/>
          </a:prstGeom>
          <a:solidFill>
            <a:srgbClr val="D9D9D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10641306" y="1197841"/>
            <a:ext cx="0" cy="-169107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17" name="Text 115"/>
          <p:cNvSpPr/>
          <p:nvPr/>
        </p:nvSpPr>
        <p:spPr>
          <a:xfrm>
            <a:off x="9992962" y="1691070"/>
            <a:ext cx="436928" cy="310029"/>
          </a:xfrm>
          <a:prstGeom prst="rect">
            <a:avLst/>
          </a:prstGeom>
          <a:solidFill>
            <a:srgbClr val="54823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080" dirty="0"/>
          </a:p>
        </p:txBody>
      </p:sp>
      <p:sp>
        <p:nvSpPr>
          <p:cNvPr id="118" name="Text 116"/>
          <p:cNvSpPr/>
          <p:nvPr/>
        </p:nvSpPr>
        <p:spPr>
          <a:xfrm>
            <a:off x="10570834" y="1691070"/>
            <a:ext cx="436928" cy="310029"/>
          </a:xfrm>
          <a:prstGeom prst="rect">
            <a:avLst/>
          </a:prstGeom>
          <a:solidFill>
            <a:srgbClr val="54823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endParaRPr lang="en-US" sz="1080" dirty="0"/>
          </a:p>
        </p:txBody>
      </p:sp>
      <p:sp>
        <p:nvSpPr>
          <p:cNvPr id="119" name="Shape 117"/>
          <p:cNvSpPr/>
          <p:nvPr/>
        </p:nvSpPr>
        <p:spPr>
          <a:xfrm>
            <a:off x="10204378" y="2127930"/>
            <a:ext cx="0" cy="-12683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10782251" y="2127930"/>
            <a:ext cx="0" cy="-12683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21" name="Shape 119"/>
          <p:cNvSpPr/>
          <p:nvPr/>
        </p:nvSpPr>
        <p:spPr>
          <a:xfrm>
            <a:off x="10204378" y="1691070"/>
            <a:ext cx="0" cy="-183199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22" name="Shape 120"/>
          <p:cNvSpPr/>
          <p:nvPr/>
        </p:nvSpPr>
        <p:spPr>
          <a:xfrm>
            <a:off x="10782251" y="1691070"/>
            <a:ext cx="0" cy="-183199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23" name="Text 121"/>
          <p:cNvSpPr/>
          <p:nvPr/>
        </p:nvSpPr>
        <p:spPr>
          <a:xfrm>
            <a:off x="8823123" y="2733896"/>
            <a:ext cx="422833" cy="310029"/>
          </a:xfrm>
          <a:prstGeom prst="rect">
            <a:avLst/>
          </a:prstGeom>
          <a:solidFill>
            <a:srgbClr val="F4B18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cᵥ</a:t>
            </a:r>
            <a:endParaRPr lang="en-US" sz="940" dirty="0"/>
          </a:p>
        </p:txBody>
      </p:sp>
      <p:sp>
        <p:nvSpPr>
          <p:cNvPr id="124" name="Shape 122"/>
          <p:cNvSpPr/>
          <p:nvPr/>
        </p:nvSpPr>
        <p:spPr>
          <a:xfrm>
            <a:off x="9034539" y="2733896"/>
            <a:ext cx="0" cy="-295937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25" name="Text 123"/>
          <p:cNvSpPr/>
          <p:nvPr/>
        </p:nvSpPr>
        <p:spPr>
          <a:xfrm>
            <a:off x="9330523" y="3184848"/>
            <a:ext cx="436928" cy="310029"/>
          </a:xfrm>
          <a:prstGeom prst="rect">
            <a:avLst/>
          </a:prstGeom>
          <a:solidFill>
            <a:srgbClr val="FFE69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gᵧ</a:t>
            </a:r>
            <a:endParaRPr lang="en-US" sz="1040" dirty="0"/>
          </a:p>
        </p:txBody>
      </p:sp>
      <p:sp>
        <p:nvSpPr>
          <p:cNvPr id="126" name="Text 124"/>
          <p:cNvSpPr/>
          <p:nvPr/>
        </p:nvSpPr>
        <p:spPr>
          <a:xfrm>
            <a:off x="9922490" y="3184848"/>
            <a:ext cx="436928" cy="310029"/>
          </a:xfrm>
          <a:prstGeom prst="rect">
            <a:avLst/>
          </a:prstGeom>
          <a:solidFill>
            <a:srgbClr val="FFE69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gᵧ</a:t>
            </a:r>
            <a:endParaRPr lang="en-US" sz="1040" dirty="0"/>
          </a:p>
        </p:txBody>
      </p:sp>
      <p:sp>
        <p:nvSpPr>
          <p:cNvPr id="127" name="Text 125"/>
          <p:cNvSpPr/>
          <p:nvPr/>
        </p:nvSpPr>
        <p:spPr>
          <a:xfrm>
            <a:off x="10486267" y="3184848"/>
            <a:ext cx="436928" cy="310029"/>
          </a:xfrm>
          <a:prstGeom prst="rect">
            <a:avLst/>
          </a:prstGeom>
          <a:solidFill>
            <a:srgbClr val="FFE69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gᵧ</a:t>
            </a:r>
            <a:endParaRPr lang="en-US" sz="1040" dirty="0"/>
          </a:p>
        </p:txBody>
      </p:sp>
      <p:sp>
        <p:nvSpPr>
          <p:cNvPr id="128" name="Shape 126"/>
          <p:cNvSpPr/>
          <p:nvPr/>
        </p:nvSpPr>
        <p:spPr>
          <a:xfrm>
            <a:off x="9541939" y="3353955"/>
            <a:ext cx="281889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29" name="Shape 127"/>
          <p:cNvSpPr/>
          <p:nvPr/>
        </p:nvSpPr>
        <p:spPr>
          <a:xfrm>
            <a:off x="10133906" y="3184848"/>
            <a:ext cx="0" cy="-225476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0" name="Shape 128"/>
          <p:cNvSpPr/>
          <p:nvPr/>
        </p:nvSpPr>
        <p:spPr>
          <a:xfrm>
            <a:off x="10697684" y="3184848"/>
            <a:ext cx="0" cy="-225476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1" name="Text 129"/>
          <p:cNvSpPr/>
          <p:nvPr/>
        </p:nvSpPr>
        <p:spPr>
          <a:xfrm>
            <a:off x="9358712" y="3663985"/>
            <a:ext cx="549683" cy="310029"/>
          </a:xfrm>
          <a:prstGeom prst="rect">
            <a:avLst/>
          </a:prstGeom>
          <a:solidFill>
            <a:srgbClr val="C6E0B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f_This</a:t>
            </a:r>
            <a:endParaRPr lang="en-US" sz="820" dirty="0"/>
          </a:p>
        </p:txBody>
      </p:sp>
      <p:sp>
        <p:nvSpPr>
          <p:cNvPr id="132" name="Text 130"/>
          <p:cNvSpPr/>
          <p:nvPr/>
        </p:nvSpPr>
        <p:spPr>
          <a:xfrm>
            <a:off x="9950678" y="3663985"/>
            <a:ext cx="436928" cy="310029"/>
          </a:xfrm>
          <a:prstGeom prst="rect">
            <a:avLst/>
          </a:prstGeom>
          <a:solidFill>
            <a:srgbClr val="C6E0B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f_is</a:t>
            </a:r>
            <a:endParaRPr lang="en-US" sz="830" dirty="0"/>
          </a:p>
        </p:txBody>
      </p:sp>
      <p:sp>
        <p:nvSpPr>
          <p:cNvPr id="133" name="Text 131"/>
          <p:cNvSpPr/>
          <p:nvPr/>
        </p:nvSpPr>
        <p:spPr>
          <a:xfrm>
            <a:off x="10514456" y="3663985"/>
            <a:ext cx="436928" cy="310029"/>
          </a:xfrm>
          <a:prstGeom prst="rect">
            <a:avLst/>
          </a:prstGeom>
          <a:solidFill>
            <a:srgbClr val="C6E0B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f_a</a:t>
            </a:r>
            <a:endParaRPr lang="en-US" sz="830" dirty="0"/>
          </a:p>
        </p:txBody>
      </p:sp>
      <p:sp>
        <p:nvSpPr>
          <p:cNvPr id="134" name="Text 132"/>
          <p:cNvSpPr/>
          <p:nvPr/>
        </p:nvSpPr>
        <p:spPr>
          <a:xfrm>
            <a:off x="9358712" y="4030383"/>
            <a:ext cx="479211" cy="281845"/>
          </a:xfrm>
          <a:prstGeom prst="rect">
            <a:avLst/>
          </a:prstGeom>
          <a:solidFill>
            <a:srgbClr val="DDEB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e_is</a:t>
            </a:r>
            <a:endParaRPr lang="en-US" sz="880" dirty="0"/>
          </a:p>
        </p:txBody>
      </p:sp>
      <p:sp>
        <p:nvSpPr>
          <p:cNvPr id="135" name="Text 133"/>
          <p:cNvSpPr/>
          <p:nvPr/>
        </p:nvSpPr>
        <p:spPr>
          <a:xfrm>
            <a:off x="9950678" y="4030383"/>
            <a:ext cx="436928" cy="281845"/>
          </a:xfrm>
          <a:prstGeom prst="rect">
            <a:avLst/>
          </a:prstGeom>
          <a:solidFill>
            <a:srgbClr val="DDEB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e_a</a:t>
            </a:r>
            <a:endParaRPr lang="en-US" sz="880" dirty="0"/>
          </a:p>
        </p:txBody>
      </p:sp>
      <p:sp>
        <p:nvSpPr>
          <p:cNvPr id="136" name="Text 134"/>
          <p:cNvSpPr/>
          <p:nvPr/>
        </p:nvSpPr>
        <p:spPr>
          <a:xfrm>
            <a:off x="10486267" y="4030383"/>
            <a:ext cx="549683" cy="281845"/>
          </a:xfrm>
          <a:prstGeom prst="rect">
            <a:avLst/>
          </a:prstGeom>
          <a:solidFill>
            <a:srgbClr val="DDEB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e_dog</a:t>
            </a:r>
            <a:endParaRPr lang="en-US" sz="750" dirty="0"/>
          </a:p>
        </p:txBody>
      </p:sp>
      <p:sp>
        <p:nvSpPr>
          <p:cNvPr id="137" name="Text 135"/>
          <p:cNvSpPr/>
          <p:nvPr/>
        </p:nvSpPr>
        <p:spPr>
          <a:xfrm>
            <a:off x="10486267" y="4368597"/>
            <a:ext cx="549683" cy="281845"/>
          </a:xfrm>
          <a:prstGeom prst="rect">
            <a:avLst/>
          </a:prstGeom>
          <a:solidFill>
            <a:srgbClr val="D9D9D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dog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9598317" y="4030383"/>
            <a:ext cx="0" cy="-56369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9" name="Shape 137"/>
          <p:cNvSpPr/>
          <p:nvPr/>
        </p:nvSpPr>
        <p:spPr>
          <a:xfrm>
            <a:off x="9598317" y="3663985"/>
            <a:ext cx="0" cy="-169107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40" name="Shape 138"/>
          <p:cNvSpPr/>
          <p:nvPr/>
        </p:nvSpPr>
        <p:spPr>
          <a:xfrm>
            <a:off x="10162095" y="4030383"/>
            <a:ext cx="0" cy="-56369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41" name="Shape 139"/>
          <p:cNvSpPr/>
          <p:nvPr/>
        </p:nvSpPr>
        <p:spPr>
          <a:xfrm>
            <a:off x="10162095" y="3663985"/>
            <a:ext cx="0" cy="-169107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>
            <a:off x="10754062" y="4030383"/>
            <a:ext cx="0" cy="-56369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43" name="Shape 141"/>
          <p:cNvSpPr/>
          <p:nvPr/>
        </p:nvSpPr>
        <p:spPr>
          <a:xfrm>
            <a:off x="10754062" y="3663985"/>
            <a:ext cx="0" cy="-169107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44" name="Shape 142"/>
          <p:cNvSpPr/>
          <p:nvPr/>
        </p:nvSpPr>
        <p:spPr>
          <a:xfrm>
            <a:off x="10754062" y="4368597"/>
            <a:ext cx="0" cy="-56369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45" name="Shape 143"/>
          <p:cNvSpPr/>
          <p:nvPr/>
        </p:nvSpPr>
        <p:spPr>
          <a:xfrm>
            <a:off x="10754062" y="3663985"/>
            <a:ext cx="0" cy="-1226026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46" name="Text 144"/>
          <p:cNvSpPr/>
          <p:nvPr/>
        </p:nvSpPr>
        <p:spPr>
          <a:xfrm>
            <a:off x="11162801" y="2677527"/>
            <a:ext cx="493306" cy="35230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⋯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Target and Draft Model Diagram</dc:title>
  <dc:subject>Editable recreation of supplied model diagram</dc:subject>
  <dc:creator>OpenAI</dc:creator>
  <cp:lastModifiedBy>OpenAI</cp:lastModifiedBy>
  <cp:revision>1</cp:revision>
  <dcterms:created xsi:type="dcterms:W3CDTF">2026-08-21T16:38:10Z</dcterms:created>
  <dcterms:modified xsi:type="dcterms:W3CDTF">2026-08-21T16:38:10Z</dcterms:modified>
</cp:coreProperties>
</file>