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41148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 Head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943100" y="850392"/>
            <a:ext cx="0" cy="-11887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1755648" y="768096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2412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43100" y="1335024"/>
            <a:ext cx="0" cy="-31089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" y="1033272"/>
            <a:ext cx="7315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High-level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range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96112" y="987552"/>
            <a:ext cx="0" cy="822960"/>
          </a:xfrm>
          <a:prstGeom prst="line">
            <a:avLst/>
          </a:prstGeom>
          <a:noFill/>
          <a:ln w="16510">
            <a:solidFill>
              <a:srgbClr val="C659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987552"/>
            <a:ext cx="109728" cy="0"/>
          </a:xfrm>
          <a:prstGeom prst="line">
            <a:avLst/>
          </a:prstGeom>
          <a:noFill/>
          <a:ln w="16510">
            <a:solidFill>
              <a:srgbClr val="C659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810512"/>
            <a:ext cx="109728" cy="0"/>
          </a:xfrm>
          <a:prstGeom prst="line">
            <a:avLst/>
          </a:prstGeom>
          <a:noFill/>
          <a:ln w="16510">
            <a:solidFill>
              <a:srgbClr val="C659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81051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43100" y="2432304"/>
            <a:ext cx="0" cy="-31089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005840" y="256032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" y="2130552"/>
            <a:ext cx="7315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Mid-level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" y="2084832"/>
            <a:ext cx="0" cy="822960"/>
          </a:xfrm>
          <a:prstGeom prst="line">
            <a:avLst/>
          </a:prstGeom>
          <a:noFill/>
          <a:ln w="16510">
            <a:solidFill>
              <a:srgbClr val="A87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2084832"/>
            <a:ext cx="109728" cy="0"/>
          </a:xfrm>
          <a:prstGeom prst="line">
            <a:avLst/>
          </a:prstGeom>
          <a:noFill/>
          <a:ln w="16510">
            <a:solidFill>
              <a:srgbClr val="A87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2907792"/>
            <a:ext cx="109728" cy="0"/>
          </a:xfrm>
          <a:prstGeom prst="line">
            <a:avLst/>
          </a:prstGeom>
          <a:noFill/>
          <a:ln w="16510">
            <a:solidFill>
              <a:srgbClr val="A87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55648" y="2907792"/>
            <a:ext cx="41148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43100" y="3529584"/>
            <a:ext cx="0" cy="-310896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05840" y="365760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" y="3227832"/>
            <a:ext cx="7315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range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" y="3182112"/>
            <a:ext cx="0" cy="822960"/>
          </a:xfrm>
          <a:prstGeom prst="line">
            <a:avLst/>
          </a:prstGeom>
          <a:noFill/>
          <a:ln w="16510">
            <a:solidFill>
              <a:srgbClr val="6AA8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182112"/>
            <a:ext cx="109728" cy="0"/>
          </a:xfrm>
          <a:prstGeom prst="line">
            <a:avLst/>
          </a:prstGeom>
          <a:noFill/>
          <a:ln w="16510">
            <a:solidFill>
              <a:srgbClr val="6AA8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" y="4005072"/>
            <a:ext cx="109728" cy="0"/>
          </a:xfrm>
          <a:prstGeom prst="line">
            <a:avLst/>
          </a:prstGeom>
          <a:noFill/>
          <a:ln w="16510">
            <a:solidFill>
              <a:srgbClr val="6AA8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43100" y="4151376"/>
            <a:ext cx="0" cy="-18288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05840" y="4160520"/>
            <a:ext cx="1874520" cy="310896"/>
          </a:xfrm>
          <a:prstGeom prst="roundRect">
            <a:avLst>
              <a:gd name="adj" fmla="val 14706"/>
            </a:avLst>
          </a:prstGeom>
          <a:solidFill>
            <a:srgbClr val="EAF1FB"/>
          </a:solidFill>
          <a:ln w="13970">
            <a:solidFill>
              <a:srgbClr val="3C78D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9848" y="4599432"/>
            <a:ext cx="1737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Model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926080" y="1179576"/>
            <a:ext cx="228600" cy="0"/>
          </a:xfrm>
          <a:prstGeom prst="line">
            <a:avLst/>
          </a:prstGeom>
          <a:noFill/>
          <a:ln w="1270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18688" y="1033272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h(h1)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3048" y="1033272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1179576"/>
            <a:ext cx="411480" cy="0"/>
          </a:xfrm>
          <a:prstGeom prst="line">
            <a:avLst/>
          </a:prstGeom>
          <a:noFill/>
          <a:ln w="1270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926080" y="1618488"/>
            <a:ext cx="228600" cy="0"/>
          </a:xfrm>
          <a:prstGeom prst="line">
            <a:avLst/>
          </a:prstGeom>
          <a:noFill/>
          <a:ln w="1270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218688" y="1472184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h(h2)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13048" y="1472184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1764792"/>
            <a:ext cx="502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1618488"/>
            <a:ext cx="411480" cy="0"/>
          </a:xfrm>
          <a:prstGeom prst="line">
            <a:avLst/>
          </a:prstGeom>
          <a:noFill/>
          <a:ln w="1270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892040" y="1239012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FCE4D6"/>
          </a:solidFill>
          <a:ln w="13970">
            <a:solidFill>
              <a:srgbClr val="C6591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12664" y="1399032"/>
            <a:ext cx="768096" cy="0"/>
          </a:xfrm>
          <a:prstGeom prst="line">
            <a:avLst/>
          </a:prstGeom>
          <a:noFill/>
          <a:ln w="1524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108192" y="123444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CE4D6"/>
          </a:solidFill>
          <a:ln w="13970">
            <a:solidFill>
              <a:srgbClr val="C6591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H̃ high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26080" y="2276856"/>
            <a:ext cx="228600" cy="0"/>
          </a:xfrm>
          <a:prstGeom prst="line">
            <a:avLst/>
          </a:prstGeom>
          <a:noFill/>
          <a:ln w="12700">
            <a:solidFill>
              <a:srgbClr val="A87900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218688" y="2130552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h(m1)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813048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2276856"/>
            <a:ext cx="411480" cy="0"/>
          </a:xfrm>
          <a:prstGeom prst="line">
            <a:avLst/>
          </a:prstGeom>
          <a:noFill/>
          <a:ln w="12700">
            <a:solidFill>
              <a:srgbClr val="A87900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926080" y="2715768"/>
            <a:ext cx="228600" cy="0"/>
          </a:xfrm>
          <a:prstGeom prst="line">
            <a:avLst/>
          </a:prstGeom>
          <a:noFill/>
          <a:ln w="12700">
            <a:solidFill>
              <a:srgbClr val="A87900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218688" y="2569464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h(m2)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13048" y="2569464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520440" y="2862072"/>
            <a:ext cx="502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80560" y="2715768"/>
            <a:ext cx="411480" cy="0"/>
          </a:xfrm>
          <a:prstGeom prst="line">
            <a:avLst/>
          </a:prstGeom>
          <a:noFill/>
          <a:ln w="12700">
            <a:solidFill>
              <a:srgbClr val="A87900"/>
            </a:solidFill>
            <a:prstDash val="solid"/>
            <a:headEnd type="non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892040" y="2336292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3970">
            <a:solidFill>
              <a:srgbClr val="A879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12664" y="2496312"/>
            <a:ext cx="768096" cy="0"/>
          </a:xfrm>
          <a:prstGeom prst="line">
            <a:avLst/>
          </a:prstGeom>
          <a:noFill/>
          <a:ln w="15240">
            <a:solidFill>
              <a:srgbClr val="A87900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6108192" y="233172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FF2CC"/>
          </a:solidFill>
          <a:ln w="13970">
            <a:solidFill>
              <a:srgbClr val="A8790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H̃ mid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926080" y="3374136"/>
            <a:ext cx="228600" cy="0"/>
          </a:xfrm>
          <a:prstGeom prst="line">
            <a:avLst/>
          </a:prstGeom>
          <a:noFill/>
          <a:ln w="12700">
            <a:solidFill>
              <a:srgbClr val="6AA84F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3218688" y="3227832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h(l1)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813048" y="3227832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80560" y="3374136"/>
            <a:ext cx="411480" cy="0"/>
          </a:xfrm>
          <a:prstGeom prst="line">
            <a:avLst/>
          </a:prstGeom>
          <a:noFill/>
          <a:ln w="12700">
            <a:solidFill>
              <a:srgbClr val="6AA84F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926080" y="3813048"/>
            <a:ext cx="228600" cy="0"/>
          </a:xfrm>
          <a:prstGeom prst="line">
            <a:avLst/>
          </a:prstGeom>
          <a:noFill/>
          <a:ln w="12700">
            <a:solidFill>
              <a:srgbClr val="6AA84F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3218688" y="3666744"/>
            <a:ext cx="5029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h(l2)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813048" y="3666744"/>
            <a:ext cx="6400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learned α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520440" y="3959352"/>
            <a:ext cx="502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...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480560" y="3813048"/>
            <a:ext cx="411480" cy="0"/>
          </a:xfrm>
          <a:prstGeom prst="line">
            <a:avLst/>
          </a:prstGeom>
          <a:noFill/>
          <a:ln w="12700">
            <a:solidFill>
              <a:srgbClr val="6AA84F"/>
            </a:solidFill>
            <a:prstDash val="solid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4892040" y="3433572"/>
            <a:ext cx="420624" cy="320040"/>
          </a:xfrm>
          <a:prstGeom prst="roundRect">
            <a:avLst>
              <a:gd name="adj" fmla="val 14286"/>
            </a:avLst>
          </a:prstGeom>
          <a:solidFill>
            <a:srgbClr val="E2F0D9"/>
          </a:solidFill>
          <a:ln w="13970">
            <a:solidFill>
              <a:srgbClr val="6AA84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312664" y="3593592"/>
            <a:ext cx="768096" cy="0"/>
          </a:xfrm>
          <a:prstGeom prst="line">
            <a:avLst/>
          </a:prstGeom>
          <a:noFill/>
          <a:ln w="15240">
            <a:solidFill>
              <a:srgbClr val="6AA84F"/>
            </a:solidFill>
            <a:prstDash val="solid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6108192" y="342900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2F0D9"/>
          </a:solidFill>
          <a:ln w="13970">
            <a:solidFill>
              <a:srgbClr val="6AA84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H̃ low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360920" y="2816352"/>
            <a:ext cx="105156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3970">
            <a:solidFill>
              <a:srgbClr val="66666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412480" y="3017520"/>
            <a:ext cx="850392" cy="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281160" y="2816352"/>
            <a:ext cx="1097280" cy="402336"/>
          </a:xfrm>
          <a:prstGeom prst="roundRect">
            <a:avLst>
              <a:gd name="adj" fmla="val 11364"/>
            </a:avLst>
          </a:prstGeom>
          <a:solidFill>
            <a:srgbClr val="FFF4D6"/>
          </a:solidFill>
          <a:ln w="13970">
            <a:solidFill>
              <a:srgbClr val="66666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Layer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378440" y="3017520"/>
            <a:ext cx="685800" cy="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11082528" y="2816352"/>
            <a:ext cx="960120" cy="402336"/>
          </a:xfrm>
          <a:prstGeom prst="roundRect">
            <a:avLst>
              <a:gd name="adj" fmla="val 11364"/>
            </a:avLst>
          </a:prstGeom>
          <a:solidFill>
            <a:srgbClr val="EADCF8"/>
          </a:solidFill>
          <a:ln w="13970">
            <a:solidFill>
              <a:srgbClr val="7E57C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Drafter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2971800" y="5157216"/>
            <a:ext cx="6217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group-wise fusion over selected target layers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154680" y="5468112"/>
            <a:ext cx="612648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83080" y="5623560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tapped layers from a deeper target model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3440" y="320040"/>
            <a:ext cx="27889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Queries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09160" y="612648"/>
            <a:ext cx="26974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∈ ℝ^(M × d)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89904" y="960120"/>
            <a:ext cx="0" cy="45720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5212080" y="1463040"/>
            <a:ext cx="1755648" cy="475488"/>
          </a:xfrm>
          <a:prstGeom prst="roundRect">
            <a:avLst>
              <a:gd name="adj" fmla="val 9615"/>
            </a:avLst>
          </a:prstGeom>
          <a:solidFill>
            <a:srgbClr val="FFF4D6"/>
          </a:solidFill>
          <a:ln w="13970">
            <a:solidFill>
              <a:srgbClr val="66666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2148840"/>
            <a:ext cx="3840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Hidden States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07408" y="2441448"/>
            <a:ext cx="33375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Vref ∈ ℝ^(Nv × 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9904" y="2514600"/>
            <a:ext cx="0" cy="-54864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9904" y="2724912"/>
            <a:ext cx="0" cy="45720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434840" y="3246120"/>
            <a:ext cx="331012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Weights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3538728"/>
            <a:ext cx="32004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∈ ℝ^(M × Nv)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9904" y="3858768"/>
            <a:ext cx="0" cy="-36576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3822192"/>
            <a:ext cx="6510528" cy="0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3822192"/>
            <a:ext cx="0" cy="338328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9904" y="3822192"/>
            <a:ext cx="0" cy="338328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45168" y="3822192"/>
            <a:ext cx="0" cy="338328"/>
          </a:xfrm>
          <a:prstGeom prst="line">
            <a:avLst/>
          </a:prstGeom>
          <a:noFill/>
          <a:ln w="1524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87452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l₁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4425696"/>
            <a:ext cx="19202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4681728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 w="10160">
            <a:solidFill>
              <a:srgbClr val="BBBBB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5010912"/>
            <a:ext cx="14447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Nv × 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m₁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425696"/>
            <a:ext cx="19202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4681728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 w="10160">
            <a:solidFill>
              <a:srgbClr val="BBBBB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5010912"/>
            <a:ext cx="14447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Nv × 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h₁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425696"/>
            <a:ext cx="192024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681728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 w="10160">
            <a:solidFill>
              <a:srgbClr val="BBBBB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0" y="5010912"/>
            <a:ext cx="1444752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Nv × 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5321808"/>
            <a:ext cx="2240280" cy="0"/>
          </a:xfrm>
          <a:prstGeom prst="line">
            <a:avLst/>
          </a:prstGeom>
          <a:noFill/>
          <a:ln w="16510">
            <a:solidFill>
              <a:srgbClr val="6D9EE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325112" y="5111496"/>
            <a:ext cx="274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9E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5321808"/>
            <a:ext cx="2240280" cy="0"/>
          </a:xfrm>
          <a:prstGeom prst="line">
            <a:avLst/>
          </a:prstGeom>
          <a:noFill/>
          <a:ln w="16510">
            <a:solidFill>
              <a:srgbClr val="6D9EE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7571232" y="5111496"/>
            <a:ext cx="274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9EE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25496" y="5239512"/>
            <a:ext cx="0" cy="32004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057400" y="5596128"/>
            <a:ext cx="15179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Vl₁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5833872"/>
            <a:ext cx="14447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× 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25496" y="6053328"/>
            <a:ext cx="0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1965960" y="6144768"/>
            <a:ext cx="170078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V̄l₁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compressed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visual states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71616" y="5239512"/>
            <a:ext cx="0" cy="32004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303520" y="5596128"/>
            <a:ext cx="15179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Vm₁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5833872"/>
            <a:ext cx="14447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× 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71616" y="6053328"/>
            <a:ext cx="0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212080" y="6144768"/>
            <a:ext cx="170078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V̄m₁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compressed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visual states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317736" y="5239512"/>
            <a:ext cx="0" cy="32004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549640" y="5596128"/>
            <a:ext cx="151790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Vh₁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95360" y="5833872"/>
            <a:ext cx="144475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× 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17736" y="6053328"/>
            <a:ext cx="0" cy="164592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58200" y="6144768"/>
            <a:ext cx="170078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V̄h₁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compressed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visual states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 fusion and hidden-state compression</dc:title>
  <dc:subject>Learnable multi-layer fusion and learned-query compression</dc:subject>
  <dc:creator>OpenAI</dc:creator>
  <cp:lastModifiedBy>OpenAI</cp:lastModifiedBy>
  <cp:revision>1</cp:revision>
  <dcterms:created xsi:type="dcterms:W3CDTF">2026-08-21T17:06:26Z</dcterms:created>
  <dcterms:modified xsi:type="dcterms:W3CDTF">2026-08-21T17:06:26Z</dcterms:modified>
</cp:coreProperties>
</file>